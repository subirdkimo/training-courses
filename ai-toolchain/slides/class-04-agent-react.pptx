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C4: Agent, ReAct, bounded loop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C4, hand-off to C5.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工具鏈訓練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4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6400800" cy="502920"/>
          </a:xfrm>
          <a:prstGeom prst="roundRect">
            <a:avLst>
              <a:gd name="adj" fmla="val 18182"/>
            </a:avLst>
          </a:prstGeom>
          <a:solidFill>
            <a:srgbClr val="FF73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與多步推理（ReAct）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｜ ReAct 迴路 / 停止條件 / 錯誤重試 / 成本閘門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迴路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9144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我現在該幹嘛 / 為何選這個工具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642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66420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呼叫哪個工具、參數是啥（= C3 function call）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1214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140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4140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工具回傳的結果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2871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63824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73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6382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1638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達成目標 → 給使用者最終回應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782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= 「想一步、做一步、看結果、再想下一步」，像工程師除錯：假設 → 實驗 → 觀察 → 修正。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「把步驟寫死」= workflow；「動態决定下一步」= Agent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例：訂機票 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5720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96012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960120"/>
            <a:ext cx="228600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96012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320040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96012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960120"/>
            <a:ext cx="228600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96012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463040"/>
            <a:ext cx="45720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46304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1463040"/>
            <a:ext cx="228600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14630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要先查有哪些航班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1463040"/>
            <a:ext cx="320040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55264" y="146304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search_flights(tpe→tokyo, 10-20)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1463040"/>
            <a:ext cx="228600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14630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個航班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1965960"/>
            <a:ext cx="457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196596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" y="196596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19659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挑最便宜的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196596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196596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get_price(flight_2)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196596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55664" y="19659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NT$12,000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468880"/>
            <a:ext cx="45720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24688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4400" y="2468880"/>
            <a:ext cx="228600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" y="246888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確認有沒有座位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0" y="2468880"/>
            <a:ext cx="320040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55264" y="246888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check_seat(flight_2)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0" y="2468880"/>
            <a:ext cx="228600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246888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4 席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2971800"/>
            <a:ext cx="457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" y="297180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14400" y="297180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9264" y="297180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達成目標 → 停止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0" y="297180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55264" y="297180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（無）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0" y="297180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55664" y="297180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最終答案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每一步都是「看結果 → 決定下一步」，不是一次寫死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三大約束（Agent 不失控的關鍵）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103120"/>
          </a:xfrm>
          <a:prstGeom prst="roundRect">
            <a:avLst>
              <a:gd name="adj" fmla="val 2609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停止條件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35112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目標達成 → final answer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最大步數（如 8）= 硬閾值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成本閘門（budget cap）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無進展偵測（N 步無變化）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103120"/>
          </a:xfrm>
          <a:prstGeom prst="roundRect">
            <a:avLst>
              <a:gd name="adj" fmla="val 2609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錯誤重試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627632"/>
            <a:ext cx="35112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工具回 error → LLM 自行決定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換參數 / 換工具 / 換路 / 回報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重試上限（3 次）+ 指數退避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改變策略而非重打同一發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474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3419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狀態管理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3913632"/>
            <a:ext cx="3511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記住前幾步 Observation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長任務摘要歷史（省 token）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保留必要事實 + 目標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82896" y="3474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1808" y="3419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缺一個就翻車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3913632"/>
            <a:ext cx="3511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缺停止 → 刷爆成本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缺重試 → 一錯全掛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缺記憶 → 重複做同一件事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會做事 + 知道何时收手 + 出錯會調整 = 能上生產的 Agent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工具選擇與決策品質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286000"/>
          </a:xfrm>
          <a:prstGeom prst="roundRect">
            <a:avLst>
              <a:gd name="adj" fmla="val 24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決策品質差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3511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每步都亂抓一個工具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忽略 Observation、重複同工具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一次只推一步（人肉 driver）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目標模糊就開跑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286000"/>
          </a:xfrm>
          <a:prstGeom prst="roundRect">
            <a:avLst>
              <a:gd name="adj" fmla="val 24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決策品質好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627632"/>
            <a:ext cx="3511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先想「這步目標」再選工具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Observation 調整下一步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合理拆步驟（不貪多、不少步）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先拆解目標成可驗證子步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478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讓 LLM 先規劃（列 3–5 步計畫）→ 再逐步執行（planning-then-acting）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每個工具的 description 寫好 = 給 LLM 選路的說明書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限制每步只允許相關的子工具集（縮小選擇空間）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的聰明在「目標拆解 + 工具選擇 + 讀 Observation」三件事的品質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失控案例（避坑）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73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60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死循環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51760" y="9601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反覆呼叫同一工具、Observation 無變化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沒設 max steps / 無進展偵測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730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361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成本爆炸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51760" y="153619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 budget cap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一次死循環刷到 US$500+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12264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730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122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誤操作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51760" y="211226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LLM 直接「執行」高風險 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要人審高風險動作（C6）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730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68833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無限思考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51760" y="268833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越寫越長、不產出 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限制每步長度 / 強制要 action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64408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730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644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忽略 Observation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51760" y="32644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工具回錯但它沒讀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prompt 要求「先讀再決策」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失控三宗罪：不知手 + 不怕錯 + 不記事 → 修法是「加約束」不是「換更大模型」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vs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09728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60120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960120"/>
            <a:ext cx="356616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96012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Workflow（固定流程）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960120"/>
            <a:ext cx="356616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93792" y="96012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Agent（動態決策）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109728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463040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54480" y="1463040"/>
            <a:ext cx="356616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7632" y="146304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預先寫死 A→B→C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1463040"/>
            <a:ext cx="356616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93792" y="146304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動態決定下一步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96596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1965960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54480" y="1965960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6596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流程穩定、已知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1965960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196596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任務多變、需判斷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468880"/>
            <a:ext cx="109728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468880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成本/控制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554480" y="2468880"/>
            <a:ext cx="356616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246888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便宜、可預測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0" y="2468880"/>
            <a:ext cx="356616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246888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貴、需約束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97180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971800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554480" y="2971800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27632" y="297180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能寫死就寫死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0640" y="2971800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297180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只在「必須」讓 LLM 決策處用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F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7307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是「鐵軌」，Agent 是「自駕」。多數生產應用 = 鐵軌為主、自駕為輔——把不确定的環節才交給 Agent。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不要把整個系統都做成自駕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 Lab 實作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 ReAct 迴路（Thought→Action→Observation），3+ 步完成多步任務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加入最大步數（如 8）+ 成本/步數記錄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故意讓某工具失敗，驗證 Agent 重試或換路（非直接 crash）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驗證「會在正確時機停」（目標達成 / 觸上限）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867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證據：完整 3+ 步 ReAct trace log（含 1 次錯誤重試 + 1 次停止判定）→ 回 mail 勾卡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回信即勾卡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 · 完成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下一步：評測與監控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能跑了——但「能跑」≠「好用」，更≠「改一改就知道好還是壞」。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引入評測（回歸集 + 三軸分數）+ 線上監控。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4 - Agent 與多步推理</dc:title>
  <dc:subject>PptxGenJS Presentation</dc:subject>
  <dc:creator>AI_assist</dc:creator>
  <cp:lastModifiedBy>AI_assist</cp:lastModifiedBy>
  <cp:revision>1</cp:revision>
  <dcterms:created xsi:type="dcterms:W3CDTF">2026-09-01T09:37:39Z</dcterms:created>
  <dcterms:modified xsi:type="dcterms:W3CDTF">2026-09-01T09:37:39Z</dcterms:modified>
</cp:coreProperties>
</file>