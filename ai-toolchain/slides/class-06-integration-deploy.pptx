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C6: integration, deployment, delivery report, closure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Closure. All 7 cards done -&gt; closure summary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工具鏈訓練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6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整合上線與結案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架構組裝 / API 層 / 降級 / 監控 / 交付報告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端到端架構（C2–C5 組件拼在一起）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8686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E1B33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使用者請求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1527048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27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層：解析/驗證 + auth（key）＋決定走哪條路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185416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7300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854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分流 → RAG（C2） / Tool（C3） / Agent（C4）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843784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326CE5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437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生成（C1 結構化/自然語言）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502152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7300"/>
          </a:solidFill>
          <a:ln w="6350">
            <a:solidFill>
              <a:srgbClr val="D8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021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 + 埋點（成本/latency/錯誤）（C5）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4281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整合的第一課 = 「分流」：90% 簡單請求導去最快最便宜的路徑，只有 10% 複雜的交給 Agent。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成本與延遲靠分流降下來，不是靠換更強模型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層：讓別人能呼叫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輸入驗證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/ schema 校驗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非法輸入不進管道（別讓爛 input 打到 LLM）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194560"/>
          </a:xfrm>
          <a:prstGeom prst="roundRect">
            <a:avLst>
              <a:gd name="adj" fmla="val 25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+ 限流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每個使用者/key 獨立計費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防刷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56616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511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錯誤映射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400507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內部異常 → 乾淨 4xx/5xx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不洩密（key、stack trace）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356616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3511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降級 fallback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400507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主路徑失敗 → 備路徑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（見下一頁）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層 4 件事：驗證 / auth / 錯誤 / 降級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錯誤處理 + 降級（產品級硬化）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9728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042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超時/5xx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備用模型/provider failover；仍不行 → 回「系統繁忙」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09728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042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成本超預算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536192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切更便宜模型跑簡單請求；擋高成本 Agent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46888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24140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向量庫掛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907792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退回「只靠 LLM + 告知無資料」，不硬答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246888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24140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超步數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2907792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回已完成的 + 標註未完成（部分交付）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221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產品級 = 任何零件壞了，整體還能給「可接受」的結果。使用者寧要「慢一點的舊答案」，不要「白屏/報錯」。降級是設計出來的，不是出事了才想。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可以 crash，產品要優雅降級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日誌與可觀測性（壞了誰知道）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188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結構化日誌（JSON）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3511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每筆請求帶 request_id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走了哪條路 / tokens / latency / 成本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188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133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627632"/>
            <a:ext cx="3511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多步每步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Thought/Action/Observation 都記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出事能重放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74904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6941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儀表板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418795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分數/成本/latency/錯誤率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即時曲線（C5 指標視覺化）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356616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63931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日誌 = AI 應用的「行车記錄儀」。沒有它，線上問題只能「重現 + 猜」；有了它，能「重放 + 定位」。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 demo 和產品最隱形但最關鍵的差距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交付報告（1 頁，結案標準）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9728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1042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能做什麼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 + 3 個範例請求/回應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09728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0424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53619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張圖（哪個請求走 RAG/Tool/Agent）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33172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2276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品質 + 成本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77063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三軸分數 + 月預估成本 + 預算上限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233172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22768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可靠性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9472" y="277063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降級策略 + 監控指標清單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566160"/>
            <a:ext cx="310896" cy="310896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" y="3511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怎麼用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400507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+ curl 範例 + key 從哪來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82896" y="3566160"/>
            <a:ext cx="310896" cy="310896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8" name="Text 26"/>
          <p:cNvSpPr/>
          <p:nvPr/>
        </p:nvSpPr>
        <p:spPr>
          <a:xfrm>
            <a:off x="5321808" y="35112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限制 + 下一步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9472" y="400507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不支援什麼 + 擴量/加功能/改模型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交付報告 = 把工程決策變成別人能接手的文件。寫得出這 1 頁 = 你真的懂了（能答出「為什麼走這條路」）。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不看課程的人也能理解並使用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天獨立驗收基準（結案口）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課程結束後 30 天內，學員獨立完成一個新主題（非課程案例）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選型 + prompt + RAG + Tool + Agent + 評測 + 上線全鏈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交一份同結構的交付報告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能答出：「為什麼這條路走 RAG、那條走 Agent？」（分流理由）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95344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結案不是「把課程案例做起來」，而是「換個主題還能照做」。能遷移 = 內化方法；只照案例 = 背下來。驗收抓前者。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內化了方法，才叫學會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F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C6 Lab 實作（＝結案交付）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C1–C5 組件組裝成 /ask API（含路由/分流）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auth + 限流 + 錯誤映射 + ≥1 條降級路徑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 C5 埋點（成本/latency/錯誤率），跑出報表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端到端跑真實請求，截 log（request_id + 走了哪條路）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1 頁交付報告（§6 結構）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867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證據：API 呼叫截圖 + 交付報告 + 一段完整 trace log → 回 mail 勾卡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777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回信即勾卡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7 卡 done · 結案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恭喜畢業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你已具備「獨立搭建並交付生產級 AI 應用」的完整能力。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選型 → 提示 → RAG → Tool → Agent → 評測 → 上線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ai_assist 會寄結案彙總信（里程碑表 + 每卡證據清單）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6 - 整合上線與結案</dc:title>
  <dc:subject>PptxGenJS Presentation</dc:subject>
  <dc:creator>AI_assist</dc:creator>
  <cp:lastModifiedBy>AI_assist</cp:lastModifiedBy>
  <cp:revision>1</cp:revision>
  <dcterms:created xsi:type="dcterms:W3CDTF">2026-09-01T09:37:41Z</dcterms:created>
  <dcterms:modified xsi:type="dcterms:W3CDTF">2026-09-01T09:37:41Z</dcterms:modified>
</cp:coreProperties>
</file>