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C3: tool calling, schema, execution loop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C3, hand-off to C4.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工具鏈訓練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3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FF73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呼叫（Function Calling）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 ｜ Schema 設計 / 本地執行 / 錯誤處理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Calling 原理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033272"/>
            <a:ext cx="320040" cy="32004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33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960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 → LLM：問題 + 可用 tools 清單（name/desc/params schema）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320040" cy="32004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52704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→ 你：{ tool_calls: [{ name, arguments }] 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167128"/>
            <a:ext cx="320040" cy="32004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67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09397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你：執行 tool_fn(args) → result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734056"/>
            <a:ext cx="320040" cy="32004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34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6609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 → LLM：把 result 放進 role=tool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300984"/>
            <a:ext cx="320040" cy="32004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3009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2278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→ 你：最終自然語言答案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AF1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9867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關鍵：LLM 不執行、只「吐指令」。執行權一律在你手上——Tool 能上生產的安全前提。Tool = LLM 的手，腦子指派手去做。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執行權在你 = 能上生產的線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設計原則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51760" cy="2560320"/>
          </a:xfrm>
          <a:prstGeom prst="roundRect">
            <a:avLst>
              <a:gd name="adj" fmla="val 2143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1338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 寫給 LLM 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21396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講清「何時用、參數語義」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反例：name:"g" 太含糊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51760" cy="2560320"/>
          </a:xfrm>
          <a:prstGeom prst="roundRect">
            <a:avLst>
              <a:gd name="adj" fmla="val 2143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11296" y="118872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3950208" y="11338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 類型精確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47872" y="1627632"/>
            <a:ext cx="21396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別用 string、enum 收斂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反例："1,000" vs 1000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2560320"/>
          </a:xfrm>
          <a:prstGeom prst="roundRect">
            <a:avLst>
              <a:gd name="adj" fmla="val 2143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4593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6" name="Text 14"/>
          <p:cNvSpPr/>
          <p:nvPr/>
        </p:nvSpPr>
        <p:spPr>
          <a:xfrm>
            <a:off x="6784848" y="11338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一個 function 一個職責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82512" y="1627632"/>
            <a:ext cx="21396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別做萬能 function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反例：do_thing(action,x,y,z)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AF1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2219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心智模型：function 的 schema = 給 LLM 看的 API 合約。寫清楚，LLM 就填對；寫含糊，它就猜（而且常猜錯）。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標清必填、enum 收斂選擇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本地執行 + 結果回吐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run_loop(client, user_text, tools, tool_fn):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 = [{"role":"user","content":user_text}]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range(3):          # 最多 3 輪（防死循環）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client.chat.completions.create(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model="gpt-4.1-mini",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messages=messages, tools=tools)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msg = r.choices[0].message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msg.tool_calls: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tc in msg.tool_calls: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fn  = tool_fn[tc.function.name]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arg = json.loads(tc.function.arguments)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res = fn(**arg)          # 你的 code 執行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messages.append(msg.model_dump())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messages.append({"role":"tool",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"tool_call_id":tc.id,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"content":json.dumps(res)})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msg.content     # 最終答案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"（超步數，停止）"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40233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AF1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05993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tool_calls = LLM 舉手說「我要用 X 工具」；role=tool = 你把結果放回去。一問一答才是閉環。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執行權在你 = 能上生產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錯誤處理（生產必備）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參數不合 schema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3511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json.loads 失敗 → 回 LLM「參數錯誤：…」讓它修正（別 crash）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2896" y="118872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532180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工具執行丟異常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627632"/>
            <a:ext cx="3511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→ 回 {error:...} 讓 LLM 知道失敗、改走別路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265176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259689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重複呼叫（死循環）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3090672"/>
            <a:ext cx="3511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設最大步數 + 成本閘門（C4 正式處理）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468880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82896" y="265176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5321808" y="259689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參數值不合法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9472" y="3090672"/>
            <a:ext cx="3511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回明確錯誤訊息，讓 LLM 換參數或告知使用者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AF1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782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像寫分散式系統一樣：假設對方會錯，把錯誤結構化回傳給 LLM 決策，而非讓程式直接掛。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呼叫是跨系統協作，任何一端都可能失敗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vs JSON mode（C1）分界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371600" cy="50292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6012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960120"/>
            <a:ext cx="3383280" cy="50292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1952" y="960120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mode（C1）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960120"/>
            <a:ext cx="3474720" cy="50292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5232" y="960120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calling（C3）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137160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46304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做什麼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1463040"/>
            <a:ext cx="338328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01952" y="1463040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吐資料（結構化結果）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1463040"/>
            <a:ext cx="347472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5232" y="1463040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吐指令（要執行什麼）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96596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196596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是否執行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0" y="196596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01952" y="1965960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不執行（你解析結果）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0" y="1965960"/>
            <a:ext cx="3474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1965960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 code 執行後回吐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468880"/>
            <a:ext cx="137160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46888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典型用途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0" y="2468880"/>
            <a:ext cx="338328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01952" y="2468880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抽取/分類/格式化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12080" y="2468880"/>
            <a:ext cx="347472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2468880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 DB/發 API/算數/跑流程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97180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97180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定義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28800" y="297180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01952" y="2971800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輸出長什麼樣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212080" y="2971800"/>
            <a:ext cx="3474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85232" y="2971800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能做什麼、參數是啥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5661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AF1FF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6393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mode 是「產出」；Tool 是「動作」。Tool 是「會動手」的升級版。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鎖輸出格式，C3 鎖「做什麼、怎么做」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 Lab 實作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 1–2 個 function（get_weather / calculator），寫好 schema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吐 tool_calls → 本地執行 → role=tool 回吐 → 最終答案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故意讓一個工具拋錯，驗證 LLM 收到 error 後不崩、能改走別路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描述每個 function 的 description 給 LLM 看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AF1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9867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證據：function-call JSON 截圖 + 本地執行 log（含一次錯誤處理）→ 回 mail 勾卡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回信即勾卡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 · 完成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下一步：Agent 多步推理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讓 LLM 能「做一次」了。C4 讓它「做一串」——ReAct + 停止條件 + 錯誤重試。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3 - Tool 呼叫</dc:title>
  <dc:subject>PptxGenJS Presentation</dc:subject>
  <dc:creator>AI_assist</dc:creator>
  <cp:lastModifiedBy>AI_assist</cp:lastModifiedBy>
  <cp:revision>1</cp:revision>
  <dcterms:created xsi:type="dcterms:W3CDTF">2026-09-01T09:37:39Z</dcterms:created>
  <dcterms:modified xsi:type="dcterms:W3CDTF">2026-09-01T09:37:39Z</dcterms:modified>
</cp:coreProperties>
</file>