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C5: evaluation, regression set, 3-axis scoring, monitoring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C5, hand-off to C6.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5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評測與監控（回歸集 + 三軸）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回歸集 / 分數 / 成本 / latency / 線上監控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這堂要解決什麼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改動難量化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改了 prompt / 換了模型 / 調了 chunk size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「感覺比較好了？」→ 信仰，不是工程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沒有回歸集，每次改動都是擲骰子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上線後盲飛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變 3 倍成本翻倍？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沒有埋點 → 事後才驚覺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月底看帳單才知死循環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564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心智模型：評測 = AI 應用版的 CI。傳統 code 有 unit test + CI 才知道改動有沒有 regression；AI 應用也要有自己的「測試集 + 打分 + 監視」。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本卡目標：把「好不好用」變成可重跑、可比較、可上線監視的數字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回歸集設計（≥20 案例）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8872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1440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0" y="914400"/>
            <a:ext cx="292608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9144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1148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9144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8872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7160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45920" y="1371600"/>
            <a:ext cx="292608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3716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案例編號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3716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82880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0" y="182880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19072" y="18288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 LLM 的輸入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8288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「我上週三訂了一箱 A4 紙」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118872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8600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0" y="2286000"/>
            <a:ext cx="292608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22860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期望輸出結構/關鍵事實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2286000"/>
            <a:ext cx="41148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2860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{product:"A4紙",qty:1}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74320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0" y="274320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2743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自動判定規則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7432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== "A4 紙"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118872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0040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645920" y="3200400"/>
            <a:ext cx="292608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19072" y="32004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3200400"/>
            <a:ext cx="41148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2004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tool / agent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 案例、分佈覆蓋常見 + 邊界；可自動斷言優先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拿線上 log 回頭餵給回歸集，是最強的來源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三軸評分：分數 / 成本 / latency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分數（Quality）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答案準不準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回歸集 assert 命中率；RAG 用 recall / faithfulness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陷阱：分數升但成本 5 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390448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成本（Cost）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1627632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花多少錢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Σ(in+out tokens) × 單價 + 向量查詢次數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陷阱：分數持平但成本翻倍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91072" y="1627632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多快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p95（不是只看平均）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陷阱：平均快但 p95 長尾卡死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931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對比（換 prompt 前後）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89534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A（舊）：17/20 hit · US$24 · p50 1.2s · p95 3.1s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B（新）：18/20 hit · US$19 · p50 1.1s · p95 2.8s → 三軸全勝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決策看「每塊錢買到幾分 + 多快」，不是單看分數；latency 必看 p95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怎麼打分（分層）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規則 assert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/ in / regex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快、可重跑、零成本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只測形式不測語意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相似度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距離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半自動、閾值難調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74320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268833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18211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開放式 answer 品質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能評語意、貴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要固定 judge 模型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274320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268833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18211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高風險/邊界案例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最準、慢貴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96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能用自動規則就用規則（可重跑）；語意的才上 LLM-judge（固定同一個）；關鍵邊界留人核。三者分層。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不要全推給最貴的（人/LLM），成本會被評測本身吃掉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線上監控（上線後埋點）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1440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要埋的指標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37744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9144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914400"/>
            <a:ext cx="310896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9144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告警閾值（例）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7160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 tokens + 總成本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37744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3716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成本異常/刷爆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371600"/>
            <a:ext cx="310896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3716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單請求成本 &gt; 中位數×N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82880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p50/p95/p99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8288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慢查詢/卡死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182880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1828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&gt; 3s 持續 5min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8600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錯誤率 4xx/5xx/JSON 解析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286000"/>
            <a:ext cx="237744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2860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2286000"/>
            <a:ext cx="310896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2860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74320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工具呼叫失敗率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7432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7432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健康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274320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743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0040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token/請求 trend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3200400"/>
            <a:ext cx="237744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2004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死循環/回歸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77840" y="3200400"/>
            <a:ext cx="310896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32004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突增 3 倍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0782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 = 把「三軸評分」從 lab 一次變成線上一直。lab 保證「設計上好」，線上保證「真實流量下沒退化」。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告警要比人察覺快：閾值 + 自動通知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評測反模式（避坑）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只看分數不看成本/latency → 賠本賺吆喝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56032" cy="25603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回歸集太小（&lt;10）→ 被單例帶偏、過擬合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3969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每次改動連測集一起改 → 失去可比性（要版本化）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79776"/>
            <a:ext cx="256032" cy="25603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0662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只看平均 latency → p95 長尾被藏起來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模型跟著換 → A/B 不可比（要固定）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256032" cy="25603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沒埋線上指標 → 上線後盲飛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根源多是「只量一軸」或「量一次就放棄」→ 多軸並列 + 持續跑 + 上線後持續監控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 Lab 實作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≥20 案例回歸集（含 ≥5 邊界/負例），每題有 input/expected/assert/tag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C1–C4 任一組件跑兩個變體（換 prompt 或換模型）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打出分數 / 成本 / latency（p50+p95）三軸分數表 + 選哪個版本的理由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列「上線要埋哪些指標 + 告警閾值」清單（≥5 項）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證據：≥20 案例回歸集 + 兩變體三軸分數表（截圖/貼文）→ 回 mail 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· 完成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下一步：整合上線與結案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能跑、可控、能評了。C6 把 C2–C5 的所有件拼成端到端應用，上線 + 交付 + 結案。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5 - 評測與監控</dc:title>
  <dc:subject>PptxGenJS Presentation</dc:subject>
  <dc:creator>AI_assist</dc:creator>
  <cp:lastModifiedBy>AI_assist</cp:lastModifiedBy>
  <cp:revision>1</cp:revision>
  <dcterms:created xsi:type="dcterms:W3CDTF">2026-09-01T09:37:40Z</dcterms:created>
  <dcterms:modified xsi:type="dcterms:W3CDTF">2026-09-01T09:37:40Z</dcterms:modified>
</cp:coreProperties>
</file>