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C0: 選型、key管理、smoke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C0, hand-off to C1.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工具鏈訓練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0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工具選型與帳號準備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選型三軸 / Key 管理 / Smoke test / 成本估算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這堂要解決什麼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28016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2252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選錯工具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選了貴/慢/上下文太短的模型 → 後期全部重做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28016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3950208" y="12252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失控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1719072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沒管好 API key → 泄露、超標、無法上線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28016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2252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成本爆表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1719072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沒估成本 → 第一月帳單 US$300，嚇到專案被砍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649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本卡目標：在你寫任何「AI 邏輯」之前，先把「地基」選對、管好、算清。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驗收口：smoke test 跑通 + 選型理由 3 行 + 月度成本估算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選型三軸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 $/1K tokens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直接決定帳單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通常遠貴於 out 或反之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395020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延遲 p50/p95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1627632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&lt;2s?  or 背景批處理 10s?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上下文長度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1627632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vs 8K 差 16 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場景關鍵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選型 = 「花對的錢、在對的延遲內、給得下對長的上下文」。三軸常衝突（便宜=慢、快=短、長=貴）——用 workload 真實數字去裁，不要憑感覺。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沒有「最強模型」，只有「最合 workload」的模型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主流商用 LLM API 對照（2026）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64592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6012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960120"/>
            <a:ext cx="237744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96012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主力模型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109728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96012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960120"/>
            <a:ext cx="310896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96012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463040"/>
            <a:ext cx="16459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46304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1463040"/>
            <a:ext cx="237744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46304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/ gpt-4.1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463040"/>
            <a:ext cx="10972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146304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463040"/>
            <a:ext cx="31089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146304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通用、生態最全、課程主用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19659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19659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196596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19659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/ haiku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196596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196596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196596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196596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長文、工具鏈穩定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468880"/>
            <a:ext cx="16459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4688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03120" y="2468880"/>
            <a:ext cx="237744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24688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OpenAI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2468880"/>
            <a:ext cx="10972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246888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2468880"/>
            <a:ext cx="31089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24688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需合規/內網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4564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原則：本課程挑 1 個（以下範例用 OpenAI），不要一次接三家比較——留到 C5（評測）用回歸集系統比。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前提：有 structured output + tool calling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管理的正確姿勢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28016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225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三層保險（必做）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35112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key 永不進 code/git/log → 放環境變量 .env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.env 加入 .gitignore + 建 .env.example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每專案/環境獨立 key，可單獨 revoke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設預算上限 (budget cap / alert)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28016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225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讀取範例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719072"/>
            <a:ext cx="35112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openai import OpenAI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= OpenAI(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api_key=os.environ["OPENAI_API_KEY"]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缺環境變量直接報錯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不讓空 key 混進去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心智模型：key = 信用卡 + CVV 一起丟桌上 = 事故。環境變量 + .gitignore + 預算上限 = 三層保險，缺一層都可能漏錢。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管理是上線第一道安全門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test（本卡核心交付）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time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dotenv from "python-dotenv"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dotenv.load_dotenv()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OpenAI(api_key=os.environ["OPENAI_API_KEY"])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= time.perf_counter()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client.chat.completions.create(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model="gpt-4.1-mini",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messages=[{"role":"user","content":"用一句話說明什麼是 RAG。"}],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time.perf_counter() - t0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print(r.choices[0].message.content)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print(f"tokens={r.usage.total_tokens} latency={dt:.2f}s")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 = C0 證據：截圖/貼輸出（含 model/tokens/latency）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call，回一個字，抓 tokens/延遲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test 失敗對照表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01168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601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292608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96012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最可能原因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329184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2" y="96012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630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AuthenticationError 401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1463040"/>
            <a:ext cx="29260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46304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錯/沒讀到環境變量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463040"/>
            <a:ext cx="329184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46304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 .env、load_dotenv()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9659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RateLimitError 429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196596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196596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超速率/未啟用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96596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96596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 60s 重試；查額度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68880"/>
            <a:ext cx="20116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6888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2468880"/>
            <a:ext cx="29260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4688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網路/region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2468880"/>
            <a:ext cx="329184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24688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 region；開 proxy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9718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not found 404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68880" y="297180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297180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模型名寫錯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297180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97180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provider 模型清單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排錯用：先看 error code 對應哪一列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成本估算法（必會）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月成本 = 月請求數 × (avg in × in 單價 + avg out × out 單價)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例：5 萬次/月 × (800×$0.4/M + 200×$0.8/M) ≈ US$24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控量 &gt; 控價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最大變數是「量」——用快/小模型跑熱路徑（90%），貴模型只跑難題。降 in token（RAG 切塊調小）比降模型級別更划算。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成本是乘出來的（token × 量 × 價），不是「選個便宜模型」就完事。先估、再選；預算超限時，控量比控價有效。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評測會再用到這個公式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常見選型錯誤（避坑）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61288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只看單價，忽略延遲/上下文/結構化輸出 → 後期重做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728216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61848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熱路徑都用最貴模型 → 成本爆炸（該用 mini 跑 90%）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95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8541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塞整份長文件進 prompt → token 爆（該切塊+檢索）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862072"/>
            <a:ext cx="256032" cy="25603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5234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沒 budget cap → 死循環刷到破產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256032" cy="25603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3192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一次接多家 API → 維護成本遠大於收益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避坑清單：每一條都省錢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 Lab 實作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ai-toolchain-lab/ + .env / .env.example / .gitignore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SDK（openai + chromadb + python-dotenv）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 smoke test（§6 範例）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3 行選型理由（成本/延遲/上下文各一）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算月度成本估算（§8 公式）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證據：smoke test 輸出截圖 + 選型理由 3 行 → 回 mail 即可勾卡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回信即勾卡，無需等批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· 完成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下一步：Prompt 工程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地基打好了——選型對了、key 管好了、成本算清了。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把 LLM 從「能跑」鎖成「可控輸出」——JSON mode / structured outputs / temperature。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0 - AI 工具選型與帳號準備</dc:title>
  <dc:subject>PptxGenJS Presentation</dc:subject>
  <dc:creator>AI_assist</dc:creator>
  <cp:lastModifiedBy>AI_assist</cp:lastModifiedBy>
  <cp:revision>1</cp:revision>
  <dcterms:created xsi:type="dcterms:W3CDTF">2026-09-01T09:37:38Z</dcterms:created>
  <dcterms:modified xsi:type="dcterms:W3CDTF">2026-09-01T09:37:38Z</dcterms:modified>
</cp:coreProperties>
</file>