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C1: prompt engineering, JSON mode, structured 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C1, hand-off to 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1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621792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工程與 API 呼叫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三角色 / 參數 / JSON mode / structured outputs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的三個角色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開發者寫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設定人設/規則/輸出格式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最優先、跨多輪恒定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1627632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使用者寫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本次實際問題/輸入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每次請求的內容主體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627632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LLM（可預填）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之前的回答/few-shot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影響接下來怎麼走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564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心智模型：system = 員工手冊（長期）；user = 今天的工單；assistant = 前幾單紀錄。格式約束放 system，具體問題放 user——混在一起是新手最大 bug。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本身無狀態——每次都要把歷史一起塞回去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參數：temperature / max_tokens / top_p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64592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6012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960120"/>
            <a:ext cx="310896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96012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0" y="960120"/>
            <a:ext cx="3474720" cy="50292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96012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結構化/抽取建議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16459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03120" y="1463040"/>
            <a:ext cx="31089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46304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隨機性（0=最確定）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0" y="1463040"/>
            <a:ext cx="34747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46304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或 0.2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6596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03120" y="196596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19659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上限產出 token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12080" y="1965960"/>
            <a:ext cx="3474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96596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給足夠但別濫給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16459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688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2468880"/>
            <a:ext cx="310896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24688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核採樣截斷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12080" y="2468880"/>
            <a:ext cx="3474720" cy="50292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46888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一般不用動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要「穩定可重現」的結構輸出 → temperature 壓到 0 級。確定性 &gt; 創意。溫度調高只在要變化/多樣答案時才有意義（brainstorm）。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 task：確定性優於創意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結構化輸出：三級由弱到強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級 1：prompt + json.loads（穩定：中）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說明「回 JSON」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 parse，失敗重試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 API / 跨平台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級 2：JSON mode（穩定：高）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response_format={"type":"json_object"}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模型保證吐合法 JSON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等支援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1133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級 3：structured outputs（穩定：最高）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627632"/>
            <a:ext cx="21396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 JSON Schema 強約束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嚴肅生產（本課目標）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221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心智模型：結構化輸出 = 把「輸出格式」從 prompt 的『請求』變成 API 的『保證』。LLM 只負責填值，格式由 schema 兜底——AI 應用能上生產的基礎。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prompt 說「回 JSON」→ 偶爾夾帶文字 → json.loads 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mode 範例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model="gpt-4.1-mini",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response_format={"type": "json_object"},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{"role":"system",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"content":"抽取訂單資訊，只回 JSON。"},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{"role":"user",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"content":"我上週三訂了一箱 A4 紙，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想改送到 5 號"},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json.loads(r.choices[0].message.content)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{"product":"A4 紙","quantity":1,"change":"改送到5號"}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966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生產必加：失敗重試（retries=2），json.JSONDecodeError 時 raise/回傳讓呼叫方處理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+ JSON mode = 穩定結構輸出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心智模型：Prompt = 合約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輸入端（system）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要什麼：角色、任務、邊界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格式約束也放這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輸出端（system + schema）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要長什麼樣：schema、欄位、語義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38328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328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每次變的（user）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822192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具體資料——訂單文本、問題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338328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3328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可測試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822192"/>
            <a:ext cx="3511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同一輸入，多次輸出結構一致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（C5 用回歸集驗證）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鎖「一個輸出穩定」；C5 鎖「一群輸出可比較、可回歸」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 Prompt 錯誤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格式約束放 user（該放 system）→ 多輪後行為漂移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調太高做抽取 → 同一句 3 次 3 個答案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396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「請只回 JSON」卻沒 schema → 偶爾夾帶文字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79776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0662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太小 → JSON 被截斷、json.loads 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一次讓 LLM 做 5 件事 → 每件都半吊子（C4 拆步）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256032" cy="256032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把「解釋」當輸出 → 混進 JSON 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六坑：前四條是格式漂移，後兩條是範圍失控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 Lab 實作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建「自然語言訂單 → 結構化 JSON」抽取器（system + user）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 JSON mode / schema，temperature=0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同一句連跑 10 次，確認 10/10 合法 JSON、結構一致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失敗重試邏輯（retries=2）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證據：10 次輸出 JSON 截圖 + system prompt 檔 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完成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下一步：RAG 基礎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鎖成「可控生成器」了——但它只有你餵給它的知識。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引入 RAG（Retrieval-Augmented Generation）：檢索 + 生成，讓 LLM 能回答私域/最新問題。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1 - Prompt 工程與 API 呼叫</dc:title>
  <dc:subject>PptxGenJS Presentation</dc:subject>
  <dc:creator>AI_assist</dc:creator>
  <cp:lastModifiedBy>AI_assist</cp:lastModifiedBy>
  <cp:revision>1</cp:revision>
  <dcterms:created xsi:type="dcterms:W3CDTF">2026-09-01T09:37:38Z</dcterms:created>
  <dcterms:modified xsi:type="dcterms:W3CDTF">2026-09-01T09:37:38Z</dcterms:modified>
</cp:coreProperties>
</file>